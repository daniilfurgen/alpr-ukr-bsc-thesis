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3" r:id="rId9"/>
    <p:sldId id="262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5B2AF-4D81-458D-B332-5E12316F409B}" v="58" dt="2026-04-14T10:18:46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5135" autoAdjust="0"/>
  </p:normalViewPr>
  <p:slideViewPr>
    <p:cSldViewPr snapToGrid="0">
      <p:cViewPr varScale="1">
        <p:scale>
          <a:sx n="135" d="100"/>
          <a:sy n="135" d="100"/>
        </p:scale>
        <p:origin x="2592" y="12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Санжаров Данііл Русланович" userId="39863200-e2ec-47a9-b5c3-0b2f350fbc2e" providerId="ADAL" clId="{9C190CEC-1283-4AEF-AAA6-6438752C57B9}"/>
    <pc:docChg chg="undo custSel addSld delSld modSld">
      <pc:chgData name="Санжаров Данііл Русланович" userId="39863200-e2ec-47a9-b5c3-0b2f350fbc2e" providerId="ADAL" clId="{9C190CEC-1283-4AEF-AAA6-6438752C57B9}" dt="2026-04-14T10:19:20.425" v="624" actId="20577"/>
      <pc:docMkLst>
        <pc:docMk/>
      </pc:docMkLst>
      <pc:sldChg chg="modSp mod modNotesTx">
        <pc:chgData name="Санжаров Данііл Русланович" userId="39863200-e2ec-47a9-b5c3-0b2f350fbc2e" providerId="ADAL" clId="{9C190CEC-1283-4AEF-AAA6-6438752C57B9}" dt="2026-04-14T10:19:20.425" v="624" actId="20577"/>
        <pc:sldMkLst>
          <pc:docMk/>
          <pc:sldMk cId="4043182212" sldId="256"/>
        </pc:sldMkLst>
        <pc:spChg chg="mod">
          <ac:chgData name="Санжаров Данііл Русланович" userId="39863200-e2ec-47a9-b5c3-0b2f350fbc2e" providerId="ADAL" clId="{9C190CEC-1283-4AEF-AAA6-6438752C57B9}" dt="2026-04-14T09:23:00.743" v="85" actId="790"/>
          <ac:spMkLst>
            <pc:docMk/>
            <pc:sldMk cId="4043182212" sldId="256"/>
            <ac:spMk id="2" creationId="{4BD87CAD-EB97-E1AA-86B9-5B10D9F7B50C}"/>
          </ac:spMkLst>
        </pc:spChg>
        <pc:spChg chg="mod">
          <ac:chgData name="Санжаров Данііл Русланович" userId="39863200-e2ec-47a9-b5c3-0b2f350fbc2e" providerId="ADAL" clId="{9C190CEC-1283-4AEF-AAA6-6438752C57B9}" dt="2026-04-14T09:23:00.743" v="85" actId="790"/>
          <ac:spMkLst>
            <pc:docMk/>
            <pc:sldMk cId="4043182212" sldId="256"/>
            <ac:spMk id="3" creationId="{1749AF81-991E-5C87-1986-13C9CDDD402B}"/>
          </ac:spMkLst>
        </pc:spChg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378759054" sldId="257"/>
        </pc:sldMkLst>
      </pc:sldChg>
      <pc:sldChg chg="addSp delSp modSp new mod modClrScheme chgLayout modNotesTx">
        <pc:chgData name="Санжаров Данііл Русланович" userId="39863200-e2ec-47a9-b5c3-0b2f350fbc2e" providerId="ADAL" clId="{9C190CEC-1283-4AEF-AAA6-6438752C57B9}" dt="2026-04-14T10:04:19.522" v="154"/>
        <pc:sldMkLst>
          <pc:docMk/>
          <pc:sldMk cId="1334408657" sldId="257"/>
        </pc:sldMkLst>
        <pc:spChg chg="mod ord">
          <ac:chgData name="Санжаров Данііл Русланович" userId="39863200-e2ec-47a9-b5c3-0b2f350fbc2e" providerId="ADAL" clId="{9C190CEC-1283-4AEF-AAA6-6438752C57B9}" dt="2026-04-14T10:02:55.475" v="147" actId="700"/>
          <ac:spMkLst>
            <pc:docMk/>
            <pc:sldMk cId="1334408657" sldId="257"/>
            <ac:spMk id="2" creationId="{2B3FD0D0-B5FB-93C5-41B5-4682C9A942A5}"/>
          </ac:spMkLst>
        </pc:spChg>
        <pc:spChg chg="del mod ord">
          <ac:chgData name="Санжаров Данііл Русланович" userId="39863200-e2ec-47a9-b5c3-0b2f350fbc2e" providerId="ADAL" clId="{9C190CEC-1283-4AEF-AAA6-6438752C57B9}" dt="2026-04-14T09:19:36.828" v="80" actId="700"/>
          <ac:spMkLst>
            <pc:docMk/>
            <pc:sldMk cId="1334408657" sldId="257"/>
            <ac:spMk id="3" creationId="{DD206701-DDB5-470C-B161-B9790C7FECE7}"/>
          </ac:spMkLst>
        </pc:spChg>
        <pc:spChg chg="mod ord">
          <ac:chgData name="Санжаров Данііл Русланович" userId="39863200-e2ec-47a9-b5c3-0b2f350fbc2e" providerId="ADAL" clId="{9C190CEC-1283-4AEF-AAA6-6438752C57B9}" dt="2026-04-14T10:02:55.475" v="147" actId="700"/>
          <ac:spMkLst>
            <pc:docMk/>
            <pc:sldMk cId="1334408657" sldId="257"/>
            <ac:spMk id="4" creationId="{AC3F6150-0893-16A2-3753-7D6FB274097D}"/>
          </ac:spMkLst>
        </pc:spChg>
        <pc:spChg chg="mod ord">
          <ac:chgData name="Санжаров Данііл Русланович" userId="39863200-e2ec-47a9-b5c3-0b2f350fbc2e" providerId="ADAL" clId="{9C190CEC-1283-4AEF-AAA6-6438752C57B9}" dt="2026-04-14T10:02:55.475" v="147" actId="700"/>
          <ac:spMkLst>
            <pc:docMk/>
            <pc:sldMk cId="1334408657" sldId="257"/>
            <ac:spMk id="5" creationId="{834BA454-0782-4B3C-632C-4112B0A7D22C}"/>
          </ac:spMkLst>
        </pc:spChg>
        <pc:spChg chg="mod ord">
          <ac:chgData name="Санжаров Данііл Русланович" userId="39863200-e2ec-47a9-b5c3-0b2f350fbc2e" providerId="ADAL" clId="{9C190CEC-1283-4AEF-AAA6-6438752C57B9}" dt="2026-04-14T10:02:55.475" v="147" actId="700"/>
          <ac:spMkLst>
            <pc:docMk/>
            <pc:sldMk cId="1334408657" sldId="257"/>
            <ac:spMk id="6" creationId="{118FC420-142C-A3D3-A6CC-835D5501242D}"/>
          </ac:spMkLst>
        </pc:spChg>
        <pc:spChg chg="add del mod ord">
          <ac:chgData name="Санжаров Данііл Русланович" userId="39863200-e2ec-47a9-b5c3-0b2f350fbc2e" providerId="ADAL" clId="{9C190CEC-1283-4AEF-AAA6-6438752C57B9}" dt="2026-04-14T10:02:55.475" v="147" actId="700"/>
          <ac:spMkLst>
            <pc:docMk/>
            <pc:sldMk cId="1334408657" sldId="257"/>
            <ac:spMk id="7" creationId="{74B318A0-BE2F-F9CA-90C7-BF012A40DA4F}"/>
          </ac:spMkLst>
        </pc:spChg>
        <pc:spChg chg="add mod ord">
          <ac:chgData name="Санжаров Данііл Русланович" userId="39863200-e2ec-47a9-b5c3-0b2f350fbc2e" providerId="ADAL" clId="{9C190CEC-1283-4AEF-AAA6-6438752C57B9}" dt="2026-04-14T10:04:19.522" v="154"/>
          <ac:spMkLst>
            <pc:docMk/>
            <pc:sldMk cId="1334408657" sldId="257"/>
            <ac:spMk id="8" creationId="{CC85224D-6EF0-9334-A630-7BC62B7C1102}"/>
          </ac:spMkLst>
        </pc:spChg>
        <pc:spChg chg="add del">
          <ac:chgData name="Санжаров Данііл Русланович" userId="39863200-e2ec-47a9-b5c3-0b2f350fbc2e" providerId="ADAL" clId="{9C190CEC-1283-4AEF-AAA6-6438752C57B9}" dt="2026-04-14T09:30:28.821" v="118" actId="478"/>
          <ac:spMkLst>
            <pc:docMk/>
            <pc:sldMk cId="1334408657" sldId="257"/>
            <ac:spMk id="11" creationId="{AD3E7B97-7CEF-1D36-A179-70C5F5569512}"/>
          </ac:spMkLst>
        </pc:spChg>
        <pc:picChg chg="add del">
          <ac:chgData name="Санжаров Данііл Русланович" userId="39863200-e2ec-47a9-b5c3-0b2f350fbc2e" providerId="ADAL" clId="{9C190CEC-1283-4AEF-AAA6-6438752C57B9}" dt="2026-04-14T09:26:59.884" v="90" actId="478"/>
          <ac:picMkLst>
            <pc:docMk/>
            <pc:sldMk cId="1334408657" sldId="257"/>
            <ac:picMk id="1026" creationId="{66F77208-722A-2156-41B9-1390EA3875C0}"/>
          </ac:picMkLst>
        </pc:picChg>
        <pc:picChg chg="add del mod">
          <ac:chgData name="Санжаров Данііл Русланович" userId="39863200-e2ec-47a9-b5c3-0b2f350fbc2e" providerId="ADAL" clId="{9C190CEC-1283-4AEF-AAA6-6438752C57B9}" dt="2026-04-14T10:02:47.065" v="146" actId="478"/>
          <ac:picMkLst>
            <pc:docMk/>
            <pc:sldMk cId="1334408657" sldId="257"/>
            <ac:picMk id="1028" creationId="{10724F48-40AB-5E81-9893-97EC44CAE012}"/>
          </ac:picMkLst>
        </pc:picChg>
        <pc:picChg chg="add del mod">
          <ac:chgData name="Санжаров Данііл Русланович" userId="39863200-e2ec-47a9-b5c3-0b2f350fbc2e" providerId="ADAL" clId="{9C190CEC-1283-4AEF-AAA6-6438752C57B9}" dt="2026-04-14T10:02:47.065" v="146" actId="478"/>
          <ac:picMkLst>
            <pc:docMk/>
            <pc:sldMk cId="1334408657" sldId="257"/>
            <ac:picMk id="1030" creationId="{2706FA10-77FA-BD53-E285-9745E5AFCBA7}"/>
          </ac:picMkLst>
        </pc:picChg>
        <pc:picChg chg="add del mod">
          <ac:chgData name="Санжаров Данііл Русланович" userId="39863200-e2ec-47a9-b5c3-0b2f350fbc2e" providerId="ADAL" clId="{9C190CEC-1283-4AEF-AAA6-6438752C57B9}" dt="2026-04-14T10:02:47.065" v="146" actId="478"/>
          <ac:picMkLst>
            <pc:docMk/>
            <pc:sldMk cId="1334408657" sldId="257"/>
            <ac:picMk id="1032" creationId="{D412C9E2-8C7D-65EC-7757-444DB2098B9A}"/>
          </ac:picMkLst>
        </pc:picChg>
        <pc:picChg chg="add del mod">
          <ac:chgData name="Санжаров Данііл Русланович" userId="39863200-e2ec-47a9-b5c3-0b2f350fbc2e" providerId="ADAL" clId="{9C190CEC-1283-4AEF-AAA6-6438752C57B9}" dt="2026-04-14T10:02:47.065" v="146" actId="478"/>
          <ac:picMkLst>
            <pc:docMk/>
            <pc:sldMk cId="1334408657" sldId="257"/>
            <ac:picMk id="1034" creationId="{52E58D5F-52EA-3832-0E7F-E98900EED1AA}"/>
          </ac:picMkLst>
        </pc:picChg>
        <pc:cxnChg chg="add del mod">
          <ac:chgData name="Санжаров Данііл Русланович" userId="39863200-e2ec-47a9-b5c3-0b2f350fbc2e" providerId="ADAL" clId="{9C190CEC-1283-4AEF-AAA6-6438752C57B9}" dt="2026-04-14T10:02:57.586" v="148" actId="478"/>
          <ac:cxnSpMkLst>
            <pc:docMk/>
            <pc:sldMk cId="1334408657" sldId="257"/>
            <ac:cxnSpMk id="10" creationId="{AAE3203A-7119-3B73-3380-3956472CC2B5}"/>
          </ac:cxnSpMkLst>
        </pc:cxnChg>
        <pc:cxnChg chg="add del mod">
          <ac:chgData name="Санжаров Данііл Русланович" userId="39863200-e2ec-47a9-b5c3-0b2f350fbc2e" providerId="ADAL" clId="{9C190CEC-1283-4AEF-AAA6-6438752C57B9}" dt="2026-04-14T10:02:47.065" v="146" actId="478"/>
          <ac:cxnSpMkLst>
            <pc:docMk/>
            <pc:sldMk cId="1334408657" sldId="257"/>
            <ac:cxnSpMk id="13" creationId="{F294958C-6D9C-75CA-9ED0-2D42FDFD1441}"/>
          </ac:cxnSpMkLst>
        </pc:cxnChg>
        <pc:cxnChg chg="add del mod">
          <ac:chgData name="Санжаров Данііл Русланович" userId="39863200-e2ec-47a9-b5c3-0b2f350fbc2e" providerId="ADAL" clId="{9C190CEC-1283-4AEF-AAA6-6438752C57B9}" dt="2026-04-14T10:02:47.065" v="146" actId="478"/>
          <ac:cxnSpMkLst>
            <pc:docMk/>
            <pc:sldMk cId="1334408657" sldId="257"/>
            <ac:cxnSpMk id="15" creationId="{05DABE28-DA5F-B381-2CFF-C5CB88BD6946}"/>
          </ac:cxnSpMkLst>
        </pc:cxnChg>
        <pc:cxnChg chg="add del mod">
          <ac:chgData name="Санжаров Данііл Русланович" userId="39863200-e2ec-47a9-b5c3-0b2f350fbc2e" providerId="ADAL" clId="{9C190CEC-1283-4AEF-AAA6-6438752C57B9}" dt="2026-04-14T10:02:47.065" v="146" actId="478"/>
          <ac:cxnSpMkLst>
            <pc:docMk/>
            <pc:sldMk cId="1334408657" sldId="257"/>
            <ac:cxnSpMk id="17" creationId="{3DF12F36-094C-0FD7-7741-A847C35DB3CA}"/>
          </ac:cxnSpMkLst>
        </pc:cxnChg>
        <pc:cxnChg chg="add del mod">
          <ac:chgData name="Санжаров Данііл Русланович" userId="39863200-e2ec-47a9-b5c3-0b2f350fbc2e" providerId="ADAL" clId="{9C190CEC-1283-4AEF-AAA6-6438752C57B9}" dt="2026-04-14T10:02:47.065" v="146" actId="478"/>
          <ac:cxnSpMkLst>
            <pc:docMk/>
            <pc:sldMk cId="1334408657" sldId="257"/>
            <ac:cxnSpMk id="19" creationId="{ACFC81EF-04BD-660E-1546-59C772F5E1FE}"/>
          </ac:cxnSpMkLst>
        </pc:cxnChg>
        <pc:cxnChg chg="add del mod">
          <ac:chgData name="Санжаров Данііл Русланович" userId="39863200-e2ec-47a9-b5c3-0b2f350fbc2e" providerId="ADAL" clId="{9C190CEC-1283-4AEF-AAA6-6438752C57B9}" dt="2026-04-14T10:02:47.065" v="146" actId="478"/>
          <ac:cxnSpMkLst>
            <pc:docMk/>
            <pc:sldMk cId="1334408657" sldId="257"/>
            <ac:cxnSpMk id="21" creationId="{981C7C8A-79E8-99F7-0D74-D7A65255857B}"/>
          </ac:cxnSpMkLst>
        </pc:cxnChg>
        <pc:cxnChg chg="add del mod">
          <ac:chgData name="Санжаров Данііл Русланович" userId="39863200-e2ec-47a9-b5c3-0b2f350fbc2e" providerId="ADAL" clId="{9C190CEC-1283-4AEF-AAA6-6438752C57B9}" dt="2026-04-14T10:02:47.065" v="146" actId="478"/>
          <ac:cxnSpMkLst>
            <pc:docMk/>
            <pc:sldMk cId="1334408657" sldId="257"/>
            <ac:cxnSpMk id="23" creationId="{B8F631E1-9F13-BEA0-4870-29374CF820E6}"/>
          </ac:cxnSpMkLst>
        </pc:cxnChg>
        <pc:cxnChg chg="add mod">
          <ac:chgData name="Санжаров Данііл Русланович" userId="39863200-e2ec-47a9-b5c3-0b2f350fbc2e" providerId="ADAL" clId="{9C190CEC-1283-4AEF-AAA6-6438752C57B9}" dt="2026-04-14T09:31:21.327" v="132" actId="13822"/>
          <ac:cxnSpMkLst>
            <pc:docMk/>
            <pc:sldMk cId="1334408657" sldId="257"/>
            <ac:cxnSpMk id="25" creationId="{9ECC068A-E871-AA8D-8414-63C78B9FDAB0}"/>
          </ac:cxnSpMkLst>
        </pc:cxnChg>
        <pc:cxnChg chg="add mod">
          <ac:chgData name="Санжаров Данііл Русланович" userId="39863200-e2ec-47a9-b5c3-0b2f350fbc2e" providerId="ADAL" clId="{9C190CEC-1283-4AEF-AAA6-6438752C57B9}" dt="2026-04-14T09:31:26.295" v="134" actId="13822"/>
          <ac:cxnSpMkLst>
            <pc:docMk/>
            <pc:sldMk cId="1334408657" sldId="257"/>
            <ac:cxnSpMk id="27" creationId="{CB06906A-2704-6F35-6948-7E4B9779339F}"/>
          </ac:cxnSpMkLst>
        </pc:cxnChg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3829973957" sldId="258"/>
        </pc:sldMkLst>
      </pc:sldChg>
      <pc:sldChg chg="modSp new mod">
        <pc:chgData name="Санжаров Данііл Русланович" userId="39863200-e2ec-47a9-b5c3-0b2f350fbc2e" providerId="ADAL" clId="{9C190CEC-1283-4AEF-AAA6-6438752C57B9}" dt="2026-04-14T10:07:24.882" v="290" actId="20577"/>
        <pc:sldMkLst>
          <pc:docMk/>
          <pc:sldMk cId="4250728936" sldId="258"/>
        </pc:sldMkLst>
        <pc:spChg chg="mod">
          <ac:chgData name="Санжаров Данііл Русланович" userId="39863200-e2ec-47a9-b5c3-0b2f350fbc2e" providerId="ADAL" clId="{9C190CEC-1283-4AEF-AAA6-6438752C57B9}" dt="2026-04-14T10:05:36.553" v="156"/>
          <ac:spMkLst>
            <pc:docMk/>
            <pc:sldMk cId="4250728936" sldId="258"/>
            <ac:spMk id="2" creationId="{555BB2E7-A03F-D704-2B64-8ABC142FFA24}"/>
          </ac:spMkLst>
        </pc:spChg>
        <pc:spChg chg="mod">
          <ac:chgData name="Санжаров Данііл Русланович" userId="39863200-e2ec-47a9-b5c3-0b2f350fbc2e" providerId="ADAL" clId="{9C190CEC-1283-4AEF-AAA6-6438752C57B9}" dt="2026-04-14T10:07:24.882" v="290" actId="20577"/>
          <ac:spMkLst>
            <pc:docMk/>
            <pc:sldMk cId="4250728936" sldId="258"/>
            <ac:spMk id="3" creationId="{35B29749-AC41-509C-8803-D47F2CF9FE09}"/>
          </ac:spMkLst>
        </pc:spChg>
      </pc:sldChg>
      <pc:sldChg chg="addSp delSp modSp new mod">
        <pc:chgData name="Санжаров Данііл Русланович" userId="39863200-e2ec-47a9-b5c3-0b2f350fbc2e" providerId="ADAL" clId="{9C190CEC-1283-4AEF-AAA6-6438752C57B9}" dt="2026-04-14T10:13:27.824" v="391" actId="1076"/>
        <pc:sldMkLst>
          <pc:docMk/>
          <pc:sldMk cId="23450392" sldId="259"/>
        </pc:sldMkLst>
        <pc:spChg chg="mod">
          <ac:chgData name="Санжаров Данііл Русланович" userId="39863200-e2ec-47a9-b5c3-0b2f350fbc2e" providerId="ADAL" clId="{9C190CEC-1283-4AEF-AAA6-6438752C57B9}" dt="2026-04-14T10:08:57.187" v="293" actId="27636"/>
          <ac:spMkLst>
            <pc:docMk/>
            <pc:sldMk cId="23450392" sldId="259"/>
            <ac:spMk id="2" creationId="{BF244091-5AF2-31B8-02F5-37D0527D019E}"/>
          </ac:spMkLst>
        </pc:spChg>
        <pc:spChg chg="mod">
          <ac:chgData name="Санжаров Данііл Русланович" userId="39863200-e2ec-47a9-b5c3-0b2f350fbc2e" providerId="ADAL" clId="{9C190CEC-1283-4AEF-AAA6-6438752C57B9}" dt="2026-04-14T10:10:09.220" v="351" actId="20577"/>
          <ac:spMkLst>
            <pc:docMk/>
            <pc:sldMk cId="23450392" sldId="259"/>
            <ac:spMk id="3" creationId="{061FA57E-84EC-9DCC-B757-67468CD260DE}"/>
          </ac:spMkLst>
        </pc:spChg>
        <pc:spChg chg="add del">
          <ac:chgData name="Санжаров Данііл Русланович" userId="39863200-e2ec-47a9-b5c3-0b2f350fbc2e" providerId="ADAL" clId="{9C190CEC-1283-4AEF-AAA6-6438752C57B9}" dt="2026-04-14T10:11:39.850" v="353" actId="22"/>
          <ac:spMkLst>
            <pc:docMk/>
            <pc:sldMk cId="23450392" sldId="259"/>
            <ac:spMk id="8" creationId="{93AA01D6-CF08-A25E-5892-D4A50DCBA03A}"/>
          </ac:spMkLst>
        </pc:spChg>
        <pc:spChg chg="add mod topLvl">
          <ac:chgData name="Санжаров Данііл Русланович" userId="39863200-e2ec-47a9-b5c3-0b2f350fbc2e" providerId="ADAL" clId="{9C190CEC-1283-4AEF-AAA6-6438752C57B9}" dt="2026-04-14T10:13:25.508" v="390" actId="1076"/>
          <ac:spMkLst>
            <pc:docMk/>
            <pc:sldMk cId="23450392" sldId="259"/>
            <ac:spMk id="11" creationId="{C5F50BAF-5274-6933-3610-319A5400E89E}"/>
          </ac:spMkLst>
        </pc:spChg>
        <pc:spChg chg="add mod topLvl">
          <ac:chgData name="Санжаров Данііл Русланович" userId="39863200-e2ec-47a9-b5c3-0b2f350fbc2e" providerId="ADAL" clId="{9C190CEC-1283-4AEF-AAA6-6438752C57B9}" dt="2026-04-14T10:13:27.824" v="391" actId="1076"/>
          <ac:spMkLst>
            <pc:docMk/>
            <pc:sldMk cId="23450392" sldId="259"/>
            <ac:spMk id="12" creationId="{E5C219A8-F2B8-603B-CE87-FA5621E2B05A}"/>
          </ac:spMkLst>
        </pc:spChg>
        <pc:grpChg chg="add del mod">
          <ac:chgData name="Санжаров Данііл Русланович" userId="39863200-e2ec-47a9-b5c3-0b2f350fbc2e" providerId="ADAL" clId="{9C190CEC-1283-4AEF-AAA6-6438752C57B9}" dt="2026-04-14T10:13:17.532" v="387" actId="165"/>
          <ac:grpSpMkLst>
            <pc:docMk/>
            <pc:sldMk cId="23450392" sldId="259"/>
            <ac:grpSpMk id="13" creationId="{2F9DF885-0329-EDE9-37D3-0650F5139752}"/>
          </ac:grpSpMkLst>
        </pc:grpChg>
        <pc:picChg chg="add mod topLvl">
          <ac:chgData name="Санжаров Данііл Русланович" userId="39863200-e2ec-47a9-b5c3-0b2f350fbc2e" providerId="ADAL" clId="{9C190CEC-1283-4AEF-AAA6-6438752C57B9}" dt="2026-04-14T10:13:17.532" v="387" actId="165"/>
          <ac:picMkLst>
            <pc:docMk/>
            <pc:sldMk cId="23450392" sldId="259"/>
            <ac:picMk id="10" creationId="{B9ADE365-C8AA-A4D4-D2B1-0599728F0D5E}"/>
          </ac:picMkLst>
        </pc:picChg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3072468457" sldId="259"/>
        </pc:sldMkLst>
      </pc:sldChg>
      <pc:sldChg chg="modSp new mod modNotesTx">
        <pc:chgData name="Санжаров Данііл Русланович" userId="39863200-e2ec-47a9-b5c3-0b2f350fbc2e" providerId="ADAL" clId="{9C190CEC-1283-4AEF-AAA6-6438752C57B9}" dt="2026-04-14T10:15:38.050" v="515" actId="20577"/>
        <pc:sldMkLst>
          <pc:docMk/>
          <pc:sldMk cId="1900687099" sldId="260"/>
        </pc:sldMkLst>
        <pc:spChg chg="mod">
          <ac:chgData name="Санжаров Данііл Русланович" userId="39863200-e2ec-47a9-b5c3-0b2f350fbc2e" providerId="ADAL" clId="{9C190CEC-1283-4AEF-AAA6-6438752C57B9}" dt="2026-04-14T10:13:39.222" v="393"/>
          <ac:spMkLst>
            <pc:docMk/>
            <pc:sldMk cId="1900687099" sldId="260"/>
            <ac:spMk id="2" creationId="{2E32DBE1-6FA6-5950-C157-2ED61AF59428}"/>
          </ac:spMkLst>
        </pc:spChg>
        <pc:spChg chg="mod">
          <ac:chgData name="Санжаров Данііл Русланович" userId="39863200-e2ec-47a9-b5c3-0b2f350fbc2e" providerId="ADAL" clId="{9C190CEC-1283-4AEF-AAA6-6438752C57B9}" dt="2026-04-14T10:14:58.902" v="502" actId="113"/>
          <ac:spMkLst>
            <pc:docMk/>
            <pc:sldMk cId="1900687099" sldId="260"/>
            <ac:spMk id="3" creationId="{86B52C8B-3F18-E0C8-3D60-068CDF50001C}"/>
          </ac:spMkLst>
        </pc:spChg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2394248477" sldId="260"/>
        </pc:sldMkLst>
      </pc:sldChg>
      <pc:sldChg chg="addSp delSp modSp new mod">
        <pc:chgData name="Санжаров Данііл Русланович" userId="39863200-e2ec-47a9-b5c3-0b2f350fbc2e" providerId="ADAL" clId="{9C190CEC-1283-4AEF-AAA6-6438752C57B9}" dt="2026-04-14T10:18:10.938" v="610"/>
        <pc:sldMkLst>
          <pc:docMk/>
          <pc:sldMk cId="1729857677" sldId="261"/>
        </pc:sldMkLst>
        <pc:spChg chg="mod">
          <ac:chgData name="Санжаров Данііл Русланович" userId="39863200-e2ec-47a9-b5c3-0b2f350fbc2e" providerId="ADAL" clId="{9C190CEC-1283-4AEF-AAA6-6438752C57B9}" dt="2026-04-14T10:15:44.518" v="517"/>
          <ac:spMkLst>
            <pc:docMk/>
            <pc:sldMk cId="1729857677" sldId="261"/>
            <ac:spMk id="2" creationId="{697191DF-B8F6-875D-AEBA-87FCF916843B}"/>
          </ac:spMkLst>
        </pc:spChg>
        <pc:spChg chg="del">
          <ac:chgData name="Санжаров Данііл Русланович" userId="39863200-e2ec-47a9-b5c3-0b2f350fbc2e" providerId="ADAL" clId="{9C190CEC-1283-4AEF-AAA6-6438752C57B9}" dt="2026-04-14T10:16:19.616" v="518" actId="1032"/>
          <ac:spMkLst>
            <pc:docMk/>
            <pc:sldMk cId="1729857677" sldId="261"/>
            <ac:spMk id="3" creationId="{C0929C0E-C19D-732C-C78F-9858E10B8A4F}"/>
          </ac:spMkLst>
        </pc:spChg>
        <pc:graphicFrameChg chg="add mod modGraphic">
          <ac:chgData name="Санжаров Данііл Русланович" userId="39863200-e2ec-47a9-b5c3-0b2f350fbc2e" providerId="ADAL" clId="{9C190CEC-1283-4AEF-AAA6-6438752C57B9}" dt="2026-04-14T10:18:10.938" v="610"/>
          <ac:graphicFrameMkLst>
            <pc:docMk/>
            <pc:sldMk cId="1729857677" sldId="261"/>
            <ac:graphicFrameMk id="7" creationId="{3195A6F6-5555-DC5C-418B-340A381A27B2}"/>
          </ac:graphicFrameMkLst>
        </pc:graphicFrameChg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3701820859" sldId="261"/>
        </pc:sldMkLst>
      </pc:sldChg>
      <pc:sldChg chg="modSp new">
        <pc:chgData name="Санжаров Данііл Русланович" userId="39863200-e2ec-47a9-b5c3-0b2f350fbc2e" providerId="ADAL" clId="{9C190CEC-1283-4AEF-AAA6-6438752C57B9}" dt="2026-04-14T10:18:41.112" v="614"/>
        <pc:sldMkLst>
          <pc:docMk/>
          <pc:sldMk cId="1563525888" sldId="262"/>
        </pc:sldMkLst>
        <pc:spChg chg="mod">
          <ac:chgData name="Санжаров Данііл Русланович" userId="39863200-e2ec-47a9-b5c3-0b2f350fbc2e" providerId="ADAL" clId="{9C190CEC-1283-4AEF-AAA6-6438752C57B9}" dt="2026-04-14T10:18:41.112" v="614"/>
          <ac:spMkLst>
            <pc:docMk/>
            <pc:sldMk cId="1563525888" sldId="262"/>
            <ac:spMk id="2" creationId="{0B803A6A-61B2-4803-2D11-C25155277E48}"/>
          </ac:spMkLst>
        </pc:spChg>
      </pc:sldChg>
      <pc:sldChg chg="new del">
        <pc:chgData name="Санжаров Данііл Русланович" userId="39863200-e2ec-47a9-b5c3-0b2f350fbc2e" providerId="ADAL" clId="{9C190CEC-1283-4AEF-AAA6-6438752C57B9}" dt="2026-04-14T10:18:31.200" v="612" actId="680"/>
        <pc:sldMkLst>
          <pc:docMk/>
          <pc:sldMk cId="2332142155" sldId="262"/>
        </pc:sldMkLst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3166205869" sldId="262"/>
        </pc:sldMkLst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1418516015" sldId="263"/>
        </pc:sldMkLst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1203043812" sldId="264"/>
        </pc:sldMkLst>
      </pc:sldChg>
      <pc:sldChg chg="del">
        <pc:chgData name="Санжаров Данііл Русланович" userId="39863200-e2ec-47a9-b5c3-0b2f350fbc2e" providerId="ADAL" clId="{9C190CEC-1283-4AEF-AAA6-6438752C57B9}" dt="2026-04-14T09:10:07.816" v="0" actId="47"/>
        <pc:sldMkLst>
          <pc:docMk/>
          <pc:sldMk cId="409336907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6B728-D146-41A3-91D0-85EDEE72BCC3}" type="datetimeFigureOut">
              <a:rPr lang="uk-UA" smtClean="0"/>
              <a:t>30.04.2026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20EF0-A711-4358-9D85-0E8D407718C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39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Добрий день! Вашій увазі пропонується наукова робота, присвячена розробці інтелектуальної системи автоматичної ідентифікації</a:t>
            </a:r>
            <a:r>
              <a:rPr lang="en-US" dirty="0"/>
              <a:t> </a:t>
            </a:r>
            <a:r>
              <a:rPr lang="uk-UA" dirty="0"/>
              <a:t>транспортних засобів та їх номерних знаків з використанням сучасних методів глибокого навчання.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9730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Традиційні алгоритми комп’ютерного зору часто пасують перед мінливими погодними умовами та великою варіативністю ракурсів. Особливо критичною є проблема ідентифікації мотоциклів, де знаки мають іншу геометрію та часто нахилені під гострим кутом до камери.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7756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Виходячи з актуальності теми, метою моєї роботи стала розробка комплексної інтелектуальної системи, яка здатна в режимі реального часу </a:t>
            </a:r>
            <a:r>
              <a:rPr lang="uk-UA" noProof="0" dirty="0" err="1"/>
              <a:t>детектувати</a:t>
            </a:r>
            <a:r>
              <a:rPr lang="uk-UA" noProof="0" dirty="0"/>
              <a:t> транспорт та розпізнавати номерні знаки за українськими стандартами.</a:t>
            </a:r>
          </a:p>
          <a:p>
            <a:endParaRPr lang="uk-UA" noProof="0" dirty="0"/>
          </a:p>
          <a:p>
            <a:r>
              <a:rPr lang="uk-UA" noProof="0" dirty="0"/>
              <a:t>Об’єктом дослідження виступають самі процеси автоматизації розпізнавання авто на цифрових медіа-даних.</a:t>
            </a:r>
          </a:p>
          <a:p>
            <a:endParaRPr lang="ru-RU" noProof="0" dirty="0"/>
          </a:p>
          <a:p>
            <a:r>
              <a:rPr lang="uk-UA" noProof="0" dirty="0"/>
              <a:t>Предметом дослідження є сучасні моделі глибокого навчання, зокрема архітектури </a:t>
            </a:r>
            <a:r>
              <a:rPr lang="en-US" noProof="0" dirty="0"/>
              <a:t>YOLO </a:t>
            </a:r>
            <a:r>
              <a:rPr lang="ru-RU" noProof="0" dirty="0"/>
              <a:t>для </a:t>
            </a:r>
            <a:r>
              <a:rPr lang="uk-UA" noProof="0" dirty="0"/>
              <a:t>детекції</a:t>
            </a:r>
            <a:r>
              <a:rPr lang="ru-RU" noProof="0" dirty="0"/>
              <a:t> та </a:t>
            </a:r>
            <a:r>
              <a:rPr lang="en-US" noProof="0" dirty="0"/>
              <a:t>OCR-</a:t>
            </a:r>
            <a:r>
              <a:rPr lang="uk-UA" noProof="0" dirty="0"/>
              <a:t>рішення для зчитування тексту, а також методи підвищення їхньої точності в складних умовах зйомки.</a:t>
            </a:r>
            <a:endParaRPr lang="ru-RU" noProof="0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8379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Я пропоную конвеєр, де спочатку модель </a:t>
            </a:r>
            <a:r>
              <a:rPr lang="en-US" dirty="0"/>
              <a:t>YOLOv11 </a:t>
            </a:r>
            <a:r>
              <a:rPr lang="uk-UA" dirty="0"/>
              <a:t>локалізує автомобіль та номерний знак, після чого зображення </a:t>
            </a:r>
            <a:r>
              <a:rPr lang="uk-UA" dirty="0" err="1"/>
              <a:t>знака</a:t>
            </a:r>
            <a:r>
              <a:rPr lang="uk-UA" dirty="0"/>
              <a:t> проходить через етапи вирівнювання та контрастування. Це критично важливо для подальшого зчитування тексту бібліотекою </a:t>
            </a:r>
            <a:r>
              <a:rPr lang="en-US" dirty="0"/>
              <a:t>EasyOCR.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8860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Для навчання та тестування було зібрано власний </a:t>
            </a:r>
            <a:r>
              <a:rPr lang="uk-UA" noProof="0" dirty="0" err="1"/>
              <a:t>датасет</a:t>
            </a:r>
            <a:r>
              <a:rPr lang="uk-UA" noProof="0" dirty="0"/>
              <a:t> із понад чотирьохсот зображень у складних умовах. Використання даних з реального </a:t>
            </a:r>
            <a:r>
              <a:rPr lang="uk-UA" noProof="0" dirty="0" err="1"/>
              <a:t>маркетплейсу</a:t>
            </a:r>
            <a:r>
              <a:rPr lang="uk-UA" noProof="0" dirty="0"/>
              <a:t> дозволило навчити модель розпізнавати ТЗ у різних ракурсах, що часто зустрічаються в житті.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8102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Модель YOLOv11n продемонструвала хороші результати в детекції. Ми досягли майже стовідсоткової точності у виявленні номерних знаків, що створює надійну базу для другого етапу — зчитування тексту.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9626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Аналіз показує, що хоча загальна точність здається середньою, для легкових авто ми маємо понад 50%. Більшість "помилок" — це незначні розбіжності в один символ. Головним викликом залишаються мотоцикли, що потребує впровадження складнішої ректифікації зображення.</a:t>
            </a:r>
          </a:p>
          <a:p>
            <a:endParaRPr lang="uk-UA" dirty="0"/>
          </a:p>
          <a:p>
            <a:r>
              <a:rPr lang="uk-UA" dirty="0"/>
              <a:t>Можливе покращення шляхом часової надлишковості, коли використовується інформація з кількох кадрів для розпізнавання.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9040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Оскільки базовий OCR часто плутає схожі символи, ми впровадили власну логіку корекції. Вона враховує позицію символу: наприклад, якщо в цифровому блоці з'являється літера «О», вона автоматично замінюється на «0».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48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У підсумку, розроблена система готова до використання в умовах помірного трафіку. Подальший розвиток ми вбачаємо у створенні спеціалізованої нейронної мережі для розпізнавання саме українського шрифту, що дозволить мінімізувати похибки, які ми бачимо зараз.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0EF0-A711-4358-9D85-0E8D407718CB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5855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uk-UA" dirty="0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08014"/>
            <a:ext cx="77724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dirty="0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93E4-4913-4B4D-8476-8F81FB7E1DAF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Пряма сполучна лінія 6">
            <a:extLst>
              <a:ext uri="{FF2B5EF4-FFF2-40B4-BE49-F238E27FC236}">
                <a16:creationId xmlns:a16="http://schemas.microsoft.com/office/drawing/2014/main" id="{433C163E-433C-968F-072B-5731A605A741}"/>
              </a:ext>
            </a:extLst>
          </p:cNvPr>
          <p:cNvCxnSpPr>
            <a:cxnSpLocks/>
          </p:cNvCxnSpPr>
          <p:nvPr userDrawn="1"/>
        </p:nvCxnSpPr>
        <p:spPr>
          <a:xfrm>
            <a:off x="685800" y="3509963"/>
            <a:ext cx="77724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4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45D6C-16EE-4E71-A761-E75135153AC6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5D6F1C07-B704-79F5-B7A6-A7D0AC578EBD}"/>
              </a:ext>
            </a:extLst>
          </p:cNvPr>
          <p:cNvCxnSpPr>
            <a:cxnSpLocks/>
          </p:cNvCxnSpPr>
          <p:nvPr userDrawn="1"/>
        </p:nvCxnSpPr>
        <p:spPr>
          <a:xfrm>
            <a:off x="628650" y="1272989"/>
            <a:ext cx="78867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2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6798-0AF1-4CD9-B2E7-0C9E1F987B6E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849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7163"/>
            <a:ext cx="3886200" cy="4809800"/>
          </a:xfrm>
        </p:spPr>
        <p:txBody>
          <a:bodyPr/>
          <a:lstStyle/>
          <a:p>
            <a:pPr lvl="0"/>
            <a:r>
              <a:rPr lang="uk-UA" dirty="0"/>
              <a:t>Клацніть, щоб відредагувати стилі зразків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7163"/>
            <a:ext cx="3886200" cy="4809800"/>
          </a:xfrm>
        </p:spPr>
        <p:txBody>
          <a:bodyPr/>
          <a:lstStyle/>
          <a:p>
            <a:pPr lvl="0"/>
            <a:r>
              <a:rPr lang="uk-UA" dirty="0"/>
              <a:t>Клацніть, щоб відредагувати стилі зразків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CC4-1F3D-4E3C-9339-192077F7D9F8}" type="datetime1">
              <a:rPr lang="uk-UA" smtClean="0"/>
              <a:t>30.04.2026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58F41C5B-08E5-2465-4BDA-B38CFCBCCB21}"/>
              </a:ext>
            </a:extLst>
          </p:cNvPr>
          <p:cNvCxnSpPr>
            <a:cxnSpLocks/>
          </p:cNvCxnSpPr>
          <p:nvPr userDrawn="1"/>
        </p:nvCxnSpPr>
        <p:spPr>
          <a:xfrm>
            <a:off x="628650" y="1272989"/>
            <a:ext cx="78867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3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DB1F6-76B2-4866-A05E-C9B5E0CA4292}" type="datetime1">
              <a:rPr lang="uk-UA" smtClean="0"/>
              <a:t>30.04.2026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382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4AEE8-B343-4D97-AF52-513FB705F6BE}" type="datetime1">
              <a:rPr lang="uk-UA" smtClean="0"/>
              <a:t>30.04.2026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  <p:cxnSp>
        <p:nvCxnSpPr>
          <p:cNvPr id="6" name="Пряма сполучна лінія 5">
            <a:extLst>
              <a:ext uri="{FF2B5EF4-FFF2-40B4-BE49-F238E27FC236}">
                <a16:creationId xmlns:a16="http://schemas.microsoft.com/office/drawing/2014/main" id="{447A9D2D-8963-0E9D-2833-885E66CDABC4}"/>
              </a:ext>
            </a:extLst>
          </p:cNvPr>
          <p:cNvCxnSpPr>
            <a:cxnSpLocks/>
          </p:cNvCxnSpPr>
          <p:nvPr userDrawn="1"/>
        </p:nvCxnSpPr>
        <p:spPr>
          <a:xfrm>
            <a:off x="628650" y="1272989"/>
            <a:ext cx="78867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25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10D8-5A12-45D3-AB9B-3CF94D23A117}" type="datetime1">
              <a:rPr lang="uk-UA" smtClean="0"/>
              <a:t>30.04.2026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660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5E72-21F2-4664-9B03-3C56D76362E5}" type="datetime1">
              <a:rPr lang="uk-UA" smtClean="0"/>
              <a:t>30.04.2026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082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BDD5-6EA1-4739-934B-20983595E7FF}" type="datetime1">
              <a:rPr lang="uk-UA" smtClean="0"/>
              <a:t>30.04.2026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966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5EB7E-0781-4F21-A292-0528E00B43FF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Пряма сполучна лінія 6">
            <a:extLst>
              <a:ext uri="{FF2B5EF4-FFF2-40B4-BE49-F238E27FC236}">
                <a16:creationId xmlns:a16="http://schemas.microsoft.com/office/drawing/2014/main" id="{216F5AA1-4950-94C3-9B73-08018ABE56D2}"/>
              </a:ext>
            </a:extLst>
          </p:cNvPr>
          <p:cNvCxnSpPr>
            <a:cxnSpLocks/>
          </p:cNvCxnSpPr>
          <p:nvPr userDrawn="1"/>
        </p:nvCxnSpPr>
        <p:spPr>
          <a:xfrm>
            <a:off x="628650" y="1272989"/>
            <a:ext cx="78867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31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32052-E65B-462F-BAA6-CCCCF26E9973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62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78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dirty="0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46306"/>
            <a:ext cx="7886700" cy="4936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dirty="0"/>
              <a:t>Клацніть, щоб відредагувати стилі зразків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492873"/>
            <a:ext cx="1044762" cy="228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>
                    <a:tint val="82000"/>
                  </a:schemeClr>
                </a:solidFill>
                <a:effectLst/>
                <a:latin typeface="Iosevka Aile" panose="02000500030000000004" pitchFamily="2" charset="0"/>
                <a:ea typeface="Iosevka Aile" panose="02000500030000000004" pitchFamily="2" charset="0"/>
                <a:cs typeface="Iosevka Aile" panose="02000500030000000004" pitchFamily="2" charset="0"/>
              </a:defRPr>
            </a:lvl1pPr>
          </a:lstStyle>
          <a:p>
            <a:fld id="{58E2B7B4-84F3-45DE-9F0F-6AD985629572}" type="datetime1">
              <a:rPr lang="uk-UA" smtClean="0"/>
              <a:t>30.04.2026</a:t>
            </a:fld>
            <a:endParaRPr lang="uk-UA" b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3413" y="6492873"/>
            <a:ext cx="4784538" cy="228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>
                    <a:tint val="82000"/>
                  </a:schemeClr>
                </a:solidFill>
                <a:effectLst/>
                <a:latin typeface="Iosevka Aile" panose="02000500030000000004" pitchFamily="2" charset="0"/>
                <a:ea typeface="Iosevka Aile" panose="02000500030000000004" pitchFamily="2" charset="0"/>
                <a:cs typeface="Iosevka Aile" panose="02000500030000000004" pitchFamily="2" charset="0"/>
              </a:defRPr>
            </a:lvl1pPr>
          </a:lstStyle>
          <a:p>
            <a:r>
              <a:rPr lang="ru-RU"/>
              <a:t>К-2026-03</a:t>
            </a:r>
            <a:endParaRPr lang="uk-UA" b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492873"/>
            <a:ext cx="2057400" cy="228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82000"/>
                  </a:schemeClr>
                </a:solidFill>
                <a:effectLst/>
                <a:latin typeface="Iosevka Aile" panose="02000500030000000004" pitchFamily="2" charset="0"/>
                <a:ea typeface="Iosevka Aile" panose="02000500030000000004" pitchFamily="2" charset="0"/>
                <a:cs typeface="Iosevka Aile" panose="02000500030000000004" pitchFamily="2" charset="0"/>
              </a:defRPr>
            </a:lvl1pPr>
          </a:lstStyle>
          <a:p>
            <a:fld id="{4FE92D73-7E6D-4413-B227-3D6FB9864980}" type="slidenum">
              <a:rPr lang="uk-UA" smtClean="0"/>
              <a:pPr/>
              <a:t>‹№›</a:t>
            </a:fld>
            <a:endParaRPr lang="uk-UA" b="0"/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C26E3445-AF1B-FAFD-2997-E969B337B117}"/>
              </a:ext>
            </a:extLst>
          </p:cNvPr>
          <p:cNvCxnSpPr>
            <a:cxnSpLocks/>
          </p:cNvCxnSpPr>
          <p:nvPr userDrawn="1"/>
        </p:nvCxnSpPr>
        <p:spPr>
          <a:xfrm>
            <a:off x="628650" y="6385297"/>
            <a:ext cx="7886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42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aniilsan347/ALPR-UKR-BSc-Thesi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87CAD-EB97-E1AA-86B9-5B10D9F7B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noProof="0" dirty="0"/>
              <a:t>Розпізнавання номерних знаків та ідентифікація типів транспортних засобів з використанням </a:t>
            </a:r>
            <a:r>
              <a:rPr lang="uk-UA" noProof="0" dirty="0" err="1"/>
              <a:t>Deep</a:t>
            </a:r>
            <a:r>
              <a:rPr lang="uk-UA" noProof="0" dirty="0"/>
              <a:t> </a:t>
            </a:r>
            <a:r>
              <a:rPr lang="uk-UA" noProof="0" dirty="0" err="1"/>
              <a:t>Learning</a:t>
            </a:r>
            <a:endParaRPr lang="uk-UA" noProof="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749AF81-991E-5C87-1986-13C9CDDD40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uk-UA" sz="1800" noProof="0" dirty="0">
                <a:latin typeface="Iosevka Etoile Light" panose="02000400030000000004" pitchFamily="2" charset="0"/>
                <a:ea typeface="Iosevka Etoile Light" panose="02000400030000000004" pitchFamily="2" charset="0"/>
                <a:cs typeface="Iosevka Etoile Light" panose="02000400030000000004" pitchFamily="2" charset="0"/>
              </a:rPr>
              <a:t>Шифр «К-2026-03»</a:t>
            </a:r>
          </a:p>
          <a:p>
            <a:pPr algn="l"/>
            <a:r>
              <a:rPr lang="uk-UA" sz="1800" dirty="0">
                <a:latin typeface="Iosevka Etoile Light" panose="02000400030000000004" pitchFamily="2" charset="0"/>
                <a:ea typeface="Iosevka Etoile Light" panose="02000400030000000004" pitchFamily="2" charset="0"/>
                <a:cs typeface="Iosevka Etoile Light" panose="02000400030000000004" pitchFamily="2" charset="0"/>
              </a:rPr>
              <a:t>Санжаров Данііл</a:t>
            </a:r>
            <a:endParaRPr lang="uk-UA" sz="1800" noProof="0" dirty="0">
              <a:latin typeface="Iosevka Etoile Light" panose="02000400030000000004" pitchFamily="2" charset="0"/>
              <a:ea typeface="Iosevka Etoile Light" panose="02000400030000000004" pitchFamily="2" charset="0"/>
              <a:cs typeface="Iosevka Etoile Light" panose="02000400030000000004" pitchFamily="2" charset="0"/>
            </a:endParaRPr>
          </a:p>
        </p:txBody>
      </p:sp>
      <p:sp>
        <p:nvSpPr>
          <p:cNvPr id="6" name="Місце для дати 3">
            <a:extLst>
              <a:ext uri="{FF2B5EF4-FFF2-40B4-BE49-F238E27FC236}">
                <a16:creationId xmlns:a16="http://schemas.microsoft.com/office/drawing/2014/main" id="{7162068F-06D8-FBC7-9CF3-AA416B2D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492873"/>
            <a:ext cx="1044762" cy="228603"/>
          </a:xfrm>
        </p:spPr>
        <p:txBody>
          <a:bodyPr/>
          <a:lstStyle/>
          <a:p>
            <a:fld id="{1DBC6A6A-D02F-469D-B37D-C787F42AF3D5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7" name="Місце для номера слайда 5">
            <a:extLst>
              <a:ext uri="{FF2B5EF4-FFF2-40B4-BE49-F238E27FC236}">
                <a16:creationId xmlns:a16="http://schemas.microsoft.com/office/drawing/2014/main" id="{D3F7C572-4B3D-BA71-9B2E-D04524B2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873"/>
            <a:ext cx="2057400" cy="228603"/>
          </a:xfrm>
        </p:spPr>
        <p:txBody>
          <a:bodyPr/>
          <a:lstStyle/>
          <a:p>
            <a:fld id="{4FE92D73-7E6D-4413-B227-3D6FB9864980}" type="slidenum">
              <a:rPr lang="uk-UA" noProof="0" smtClean="0"/>
              <a:t>1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4043182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FEAD6-C621-BE4F-B175-B2719346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Актуальність та виклики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CB8EF8-767A-E1EB-8AEE-BC92E4DA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000" noProof="0" dirty="0"/>
              <a:t>Зростання навантаження на транспортну інфраструктуру.</a:t>
            </a:r>
          </a:p>
          <a:p>
            <a:r>
              <a:rPr lang="uk-UA" sz="2000" noProof="0" dirty="0"/>
              <a:t>Необхідність автоматизації паркінгів та логістичних центрів.</a:t>
            </a:r>
          </a:p>
          <a:p>
            <a:r>
              <a:rPr lang="uk-UA" sz="2000" noProof="0" dirty="0"/>
              <a:t>Складність розпізнавання в реальних умовах (забруднення, складні кути, різні типи ТЗ).</a:t>
            </a:r>
          </a:p>
          <a:p>
            <a:r>
              <a:rPr lang="uk-UA" sz="2000" noProof="0" dirty="0"/>
              <a:t>Специфіка українських стандартів (ДСТУ 4278:2019).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0808057-E730-C266-CE48-78FB7510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C6A6A-D02F-469D-B37D-C787F42AF3D5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2ACBA98-3C49-AFB0-FBE7-C3EFABFD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2</a:t>
            </a:fld>
            <a:endParaRPr lang="uk-UA" noProof="0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7304EB0-AE9C-F108-ECAD-12DD0418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630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E8D3E-52F4-B521-5737-6EEBCCC0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Мета та науковий апарат дослідження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BBD7B23-D579-3125-0163-03E9A647D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b="1" noProof="0" dirty="0">
                <a:solidFill>
                  <a:schemeClr val="accent3"/>
                </a:solidFill>
              </a:rPr>
              <a:t>Мета дослідження: </a:t>
            </a:r>
            <a:r>
              <a:rPr lang="uk-UA" sz="2000" noProof="0" dirty="0"/>
              <a:t>розробка інтелектуальної системи для автоматизованої детекції транспортних засобів та розпізнавання їхніх державних номерних знаків з використанням методів глибокого навчання. </a:t>
            </a:r>
          </a:p>
          <a:p>
            <a:pPr marL="0" indent="0">
              <a:buNone/>
            </a:pPr>
            <a:r>
              <a:rPr lang="uk-UA" sz="2000" b="1" noProof="0" dirty="0">
                <a:solidFill>
                  <a:schemeClr val="accent3"/>
                </a:solidFill>
              </a:rPr>
              <a:t>Об’єкт дослідження: </a:t>
            </a:r>
            <a:r>
              <a:rPr lang="uk-UA" sz="2000" noProof="0" dirty="0"/>
              <a:t>процеси автоматизованого розпізнавання та ідентифікації транспортних засобів на цифрових зображеннях та </a:t>
            </a:r>
            <a:r>
              <a:rPr lang="uk-UA" sz="2000" noProof="0" dirty="0" err="1"/>
              <a:t>відеопотоках</a:t>
            </a:r>
            <a:r>
              <a:rPr lang="uk-UA" sz="2000" noProof="0" dirty="0"/>
              <a:t>. </a:t>
            </a:r>
          </a:p>
          <a:p>
            <a:pPr marL="0" indent="0">
              <a:buNone/>
            </a:pPr>
            <a:r>
              <a:rPr lang="uk-UA" sz="2000" b="1" noProof="0" dirty="0">
                <a:solidFill>
                  <a:schemeClr val="accent3"/>
                </a:solidFill>
              </a:rPr>
              <a:t>Предмет дослідження: </a:t>
            </a:r>
            <a:r>
              <a:rPr lang="uk-UA" sz="2000" noProof="0" dirty="0"/>
              <a:t>моделі, методи та інформаційні технології детекції об’єктів і оптичного розпізнавання тексту на основі глибоких нейронних мереж.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C2E2CB1-A847-AF8B-C291-A693BD6E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BB7F9-A785-4D4A-A28B-830AF9BD4412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03DAD08-0B11-3B11-4E7C-97E6CBF87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3</a:t>
            </a:fld>
            <a:endParaRPr lang="uk-UA" noProof="0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0B69A04-6B64-AFC9-3888-9D513405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668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83F8F-E3C9-0D19-BC29-CEF0E4D3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Апробаційні дослідження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CB47244-B948-12EC-9A9C-296251EDA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6306"/>
            <a:ext cx="3943350" cy="4936565"/>
          </a:xfrm>
        </p:spPr>
        <p:txBody>
          <a:bodyPr/>
          <a:lstStyle/>
          <a:p>
            <a:pPr marL="0" indent="0">
              <a:buNone/>
            </a:pPr>
            <a:r>
              <a:rPr lang="uk-UA" sz="2000" dirty="0"/>
              <a:t>Апробаційні результати даного дослідження були опубліковані у 2025 році в журналі «Штучний Інтелект».</a:t>
            </a:r>
          </a:p>
          <a:p>
            <a:pPr marL="0" indent="0">
              <a:buNone/>
            </a:pPr>
            <a:endParaRPr lang="uk-UA" sz="2000" dirty="0"/>
          </a:p>
          <a:p>
            <a:pPr marL="0" indent="0">
              <a:buNone/>
            </a:pPr>
            <a:r>
              <a:rPr lang="uk-UA" sz="2000" dirty="0"/>
              <a:t>Оригінальний код та вибірка даних у репозиторії </a:t>
            </a:r>
            <a:r>
              <a:rPr lang="en-US" sz="2000" dirty="0"/>
              <a:t>GitHub:</a:t>
            </a:r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https://github.com/daniilsan347/ALPR-UKR-BSc-Thesis</a:t>
            </a:r>
            <a:r>
              <a:rPr lang="en-US" sz="1600" dirty="0"/>
              <a:t> </a:t>
            </a:r>
            <a:endParaRPr lang="uk-UA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F864BE5-75D0-6FD1-A854-67878108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690-9CFB-4FEC-BDDD-34B614BE3320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91397AF-E597-D9A7-A81E-18F9C4D5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4</a:t>
            </a:fld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31A207-6BC8-6422-3336-DDB2D2B7B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772" y="1336370"/>
            <a:ext cx="3560578" cy="5014843"/>
          </a:xfrm>
          <a:prstGeom prst="rect">
            <a:avLst/>
          </a:prstGeom>
        </p:spPr>
      </p:pic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80D8B21-1DEA-6093-E247-37B6B299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144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03EE2-7F56-C9C0-B79B-6D16B7C1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Методологія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AB7BC7A-C923-F64C-B262-D4D6D0B2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904206"/>
            <a:ext cx="3947267" cy="3478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b="1" noProof="0" dirty="0">
                <a:solidFill>
                  <a:schemeClr val="accent3"/>
                </a:solidFill>
              </a:rPr>
              <a:t>OCR: </a:t>
            </a:r>
            <a:r>
              <a:rPr lang="uk-UA" sz="2000" noProof="0" dirty="0" err="1"/>
              <a:t>EasyOCR</a:t>
            </a:r>
            <a:r>
              <a:rPr lang="uk-UA" sz="2000" noProof="0" dirty="0"/>
              <a:t> із застосуванням евристичних правил.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2A716AA-788D-41D9-5CDD-0A8C6711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4772E-260E-4C47-B0FC-1ABC4AC5F3C8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5AE2875-EC55-C1A8-AA48-7D9E1CB0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5</a:t>
            </a:fld>
            <a:endParaRPr lang="uk-UA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7ED0A1E-04D3-D242-89FB-18C8420E5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527" y="2901316"/>
            <a:ext cx="4271824" cy="3393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001AF-E4F5-6CF8-E5B3-01E48621F43C}"/>
              </a:ext>
            </a:extLst>
          </p:cNvPr>
          <p:cNvSpPr txBox="1"/>
          <p:nvPr/>
        </p:nvSpPr>
        <p:spPr>
          <a:xfrm>
            <a:off x="628650" y="1272989"/>
            <a:ext cx="7886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b="1" noProof="0" dirty="0" err="1">
                <a:solidFill>
                  <a:schemeClr val="accent3"/>
                </a:solidFill>
              </a:rPr>
              <a:t>Двостадійна</a:t>
            </a:r>
            <a:r>
              <a:rPr lang="uk-UA" sz="2000" b="1" noProof="0" dirty="0">
                <a:solidFill>
                  <a:schemeClr val="accent3"/>
                </a:solidFill>
              </a:rPr>
              <a:t> архітектура: </a:t>
            </a:r>
            <a:r>
              <a:rPr lang="uk-UA" sz="2000" noProof="0" dirty="0" err="1"/>
              <a:t>Детекція</a:t>
            </a:r>
            <a:r>
              <a:rPr lang="uk-UA" sz="2000" noProof="0" dirty="0"/>
              <a:t> + Розпізнавання.</a:t>
            </a:r>
          </a:p>
          <a:p>
            <a:r>
              <a:rPr lang="uk-UA" sz="2000" b="1" noProof="0" dirty="0" err="1">
                <a:solidFill>
                  <a:schemeClr val="accent3"/>
                </a:solidFill>
              </a:rPr>
              <a:t>Детекція</a:t>
            </a:r>
            <a:r>
              <a:rPr lang="uk-UA" sz="2000" b="1" noProof="0" dirty="0">
                <a:solidFill>
                  <a:schemeClr val="accent3"/>
                </a:solidFill>
              </a:rPr>
              <a:t>: </a:t>
            </a:r>
            <a:r>
              <a:rPr lang="uk-UA" sz="2000" noProof="0" dirty="0"/>
              <a:t>YOLOv11n (</a:t>
            </a:r>
            <a:r>
              <a:rPr lang="uk-UA" sz="2000" noProof="0" dirty="0" err="1"/>
              <a:t>Nano</a:t>
            </a:r>
            <a:r>
              <a:rPr lang="uk-UA" sz="2000" noProof="0" dirty="0"/>
              <a:t>) — баланс швидкості та точності.</a:t>
            </a:r>
          </a:p>
          <a:p>
            <a:r>
              <a:rPr lang="uk-UA" sz="2000" b="1" noProof="0" dirty="0">
                <a:solidFill>
                  <a:schemeClr val="accent3"/>
                </a:solidFill>
              </a:rPr>
              <a:t>Попередня обробка: </a:t>
            </a:r>
            <a:r>
              <a:rPr lang="uk-UA" sz="2000" noProof="0" dirty="0" err="1"/>
              <a:t>Deskewing</a:t>
            </a:r>
            <a:r>
              <a:rPr lang="uk-UA" sz="2000" noProof="0" dirty="0"/>
              <a:t> (вирівнювання) та адаптивна </a:t>
            </a:r>
            <a:r>
              <a:rPr lang="uk-UA" sz="2000" noProof="0" dirty="0" err="1"/>
              <a:t>бінаризація</a:t>
            </a:r>
            <a:r>
              <a:rPr lang="uk-UA" sz="2000" noProof="0" dirty="0"/>
              <a:t> (</a:t>
            </a:r>
            <a:r>
              <a:rPr lang="uk-UA" sz="2000" noProof="0" dirty="0" err="1"/>
              <a:t>OpenCV</a:t>
            </a:r>
            <a:r>
              <a:rPr lang="uk-UA" sz="2000" noProof="0" dirty="0"/>
              <a:t>).</a:t>
            </a: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1C1FE3C-CB17-1D81-4652-3CE2721E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024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FCD97-700D-F2B2-44DD-51449910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Набір даних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84F737A-6705-3DFD-C3E9-F1D44A16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6306"/>
            <a:ext cx="3943350" cy="4936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b="1" noProof="0" dirty="0"/>
              <a:t>Джерело: </a:t>
            </a:r>
            <a:r>
              <a:rPr lang="uk-UA" sz="2000" noProof="0" dirty="0"/>
              <a:t>реальні оголошення з платформи Auto.RIA.</a:t>
            </a:r>
          </a:p>
          <a:p>
            <a:pPr marL="0" indent="0">
              <a:buNone/>
            </a:pPr>
            <a:r>
              <a:rPr lang="uk-UA" sz="2000" b="1" noProof="0" dirty="0"/>
              <a:t>Обсяг: </a:t>
            </a:r>
            <a:r>
              <a:rPr lang="uk-UA" sz="2000" noProof="0" dirty="0"/>
              <a:t>467 анотованих зображень.</a:t>
            </a:r>
          </a:p>
          <a:p>
            <a:pPr marL="0" indent="0">
              <a:buNone/>
            </a:pPr>
            <a:r>
              <a:rPr lang="uk-UA" sz="2000" b="1" noProof="0" dirty="0"/>
              <a:t>Класи: </a:t>
            </a:r>
            <a:r>
              <a:rPr lang="uk-UA" sz="2000" noProof="0" dirty="0" err="1"/>
              <a:t>car</a:t>
            </a:r>
            <a:r>
              <a:rPr lang="uk-UA" sz="2000" noProof="0" dirty="0"/>
              <a:t>, </a:t>
            </a:r>
            <a:r>
              <a:rPr lang="uk-UA" sz="2000" noProof="0" dirty="0" err="1"/>
              <a:t>truck</a:t>
            </a:r>
            <a:r>
              <a:rPr lang="uk-UA" sz="2000" noProof="0" dirty="0"/>
              <a:t>, </a:t>
            </a:r>
            <a:r>
              <a:rPr lang="uk-UA" sz="2000" noProof="0" dirty="0" err="1"/>
              <a:t>motorbike</a:t>
            </a:r>
            <a:r>
              <a:rPr lang="uk-UA" sz="2000" noProof="0" dirty="0"/>
              <a:t>, </a:t>
            </a:r>
            <a:r>
              <a:rPr lang="uk-UA" sz="2000" noProof="0" dirty="0" err="1"/>
              <a:t>licence_plate</a:t>
            </a:r>
            <a:r>
              <a:rPr lang="uk-UA" sz="2000" noProof="0" dirty="0"/>
              <a:t>.</a:t>
            </a:r>
          </a:p>
          <a:p>
            <a:pPr marL="0" indent="0">
              <a:buNone/>
            </a:pPr>
            <a:r>
              <a:rPr lang="uk-UA" sz="2000" noProof="0" dirty="0"/>
              <a:t>Ручна анотація та </a:t>
            </a:r>
            <a:r>
              <a:rPr lang="uk-UA" sz="2000" noProof="0" dirty="0" err="1"/>
              <a:t>аугментація</a:t>
            </a:r>
            <a:r>
              <a:rPr lang="uk-UA" sz="2000" noProof="0" dirty="0"/>
              <a:t> даних для стійкості моделі.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1F36458-19A1-31C2-2585-B7E08105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A713D-CEFB-494B-9A8C-F96F85504BE2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3BCB2AD-1424-591B-4978-364BD80E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6</a:t>
            </a:fld>
            <a:endParaRPr lang="uk-UA" noProof="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927DEF-EFDA-1573-A267-5EC5BEF0C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2464092"/>
            <a:ext cx="3943350" cy="3918780"/>
          </a:xfrm>
          <a:prstGeom prst="rect">
            <a:avLst/>
          </a:prstGeom>
        </p:spPr>
      </p:pic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983F15B-71B3-C2CF-840A-D10B4E63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559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596F5-25D9-AC77-FC59-ACDE874C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Результати детекції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EA45153D-5429-F8DA-7577-ED7EA2D2C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1335134"/>
            <a:ext cx="3943350" cy="2628900"/>
          </a:xfrm>
          <a:prstGeom prst="rect">
            <a:avLst/>
          </a:prstGeom>
        </p:spPr>
      </p:pic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8C7585F-8960-3225-AA73-63035202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CBAC-4C9E-4609-B689-01040084890B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9819046-6F3A-A566-F16A-19E0E942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7</a:t>
            </a:fld>
            <a:endParaRPr lang="uk-UA" noProof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C6DC9D-2FD7-B087-1E5B-F2A2E8A22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7" y="3747310"/>
            <a:ext cx="3943352" cy="26289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BA1005-C700-668A-B0C3-95A5D0DD030B}"/>
                  </a:ext>
                </a:extLst>
              </p:cNvPr>
              <p:cNvSpPr txBox="1"/>
              <p:nvPr/>
            </p:nvSpPr>
            <p:spPr>
              <a:xfrm>
                <a:off x="4571997" y="1335134"/>
                <a:ext cx="407651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000" noProof="0" dirty="0"/>
                  <a:t>Показник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uk-UA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k-UA" sz="2000" noProof="0" dirty="0"/>
                  <a:t> залишається високим на багатьох рівнях впевненості.</a:t>
                </a:r>
              </a:p>
              <a:p>
                <a:r>
                  <a:rPr lang="uk-UA" sz="2000" noProof="0" dirty="0"/>
                  <a:t>Вантажівки мають найгірший показник через узагальненість класу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BA1005-C700-668A-B0C3-95A5D0DD0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7" y="1335134"/>
                <a:ext cx="4076518" cy="1938992"/>
              </a:xfrm>
              <a:prstGeom prst="rect">
                <a:avLst/>
              </a:prstGeom>
              <a:blipFill>
                <a:blip r:embed="rId5"/>
                <a:stretch>
                  <a:fillRect l="-1495" t="-1572" r="-598" b="-471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FD68FF-9FDA-62CC-AAA5-5E8D7830264F}"/>
                  </a:ext>
                </a:extLst>
              </p:cNvPr>
              <p:cNvSpPr txBox="1"/>
              <p:nvPr/>
            </p:nvSpPr>
            <p:spPr>
              <a:xfrm>
                <a:off x="628649" y="3964034"/>
                <a:ext cx="394334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noProof="0" dirty="0"/>
                  <a:t>Показник точності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uk-UA" b="0" i="0" noProof="0" smtClean="0">
                        <a:latin typeface="Cambria Math" panose="02040503050406030204" pitchFamily="18" charset="0"/>
                      </a:rPr>
                      <m:t>mAP</m:t>
                    </m:r>
                    <m:r>
                      <a:rPr lang="uk-UA" b="0" i="1" noProof="0" smtClean="0">
                        <a:latin typeface="Cambria Math" panose="02040503050406030204" pitchFamily="18" charset="0"/>
                      </a:rPr>
                      <m:t>@0.5</m:t>
                    </m:r>
                  </m:oMath>
                </a14:m>
                <a:r>
                  <a:rPr lang="uk-UA" noProof="0" dirty="0"/>
                  <a:t> становить 96.3%.</a:t>
                </a:r>
              </a:p>
              <a:p>
                <a:r>
                  <a:rPr lang="uk-UA" noProof="0" dirty="0"/>
                  <a:t>Точність детекції номерних знаків 99.2%, що забезпечує високу надійність для цієї задачі.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FD68FF-9FDA-62CC-AAA5-5E8D78302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964034"/>
                <a:ext cx="3943348" cy="1754326"/>
              </a:xfrm>
              <a:prstGeom prst="rect">
                <a:avLst/>
              </a:prstGeom>
              <a:blipFill>
                <a:blip r:embed="rId6"/>
                <a:stretch>
                  <a:fillRect l="-1236" t="-1389" b="-486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D298624-474E-7FD5-0944-AB7080428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3577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B54D0-133C-F3F0-8921-E0A6CBB3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Оцінка результатів розпізнавання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BAA2ABB-0842-0778-35D7-5E7972927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noProof="0" dirty="0"/>
              <a:t>Загальна точність (повний збіг): 41.2%.</a:t>
            </a:r>
          </a:p>
          <a:p>
            <a:pPr marL="0" indent="0">
              <a:buNone/>
            </a:pPr>
            <a:r>
              <a:rPr lang="uk-UA" sz="2000" noProof="0" dirty="0"/>
              <a:t>Легкові автомобілі: 50.9% (кожен другий знак розпізнано ідеально).</a:t>
            </a:r>
          </a:p>
          <a:p>
            <a:pPr marL="0" indent="0">
              <a:buNone/>
            </a:pPr>
            <a:r>
              <a:rPr lang="uk-UA" sz="2000" noProof="0" dirty="0"/>
              <a:t>Основна проблема: Мотоцикли (10.3%) через кути нахилу та бруд.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896E7DA-7E10-DCAE-0FBC-31D1F26E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DCD4-4183-4ECD-B712-2852F70037FC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0DF00FD-80E6-5C7C-8526-86C82485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8</a:t>
            </a:fld>
            <a:endParaRPr lang="uk-UA" noProof="0" dirty="0"/>
          </a:p>
        </p:txBody>
      </p:sp>
      <p:pic>
        <p:nvPicPr>
          <p:cNvPr id="9" name="Графіка 8">
            <a:extLst>
              <a:ext uri="{FF2B5EF4-FFF2-40B4-BE49-F238E27FC236}">
                <a16:creationId xmlns:a16="http://schemas.microsoft.com/office/drawing/2014/main" id="{0D40F1F8-E574-E1EF-F206-EEFFA1FEA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526" y="3429000"/>
            <a:ext cx="7068948" cy="2886982"/>
          </a:xfrm>
          <a:prstGeom prst="rect">
            <a:avLst/>
          </a:prstGeom>
        </p:spPr>
      </p:pic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8217383-8EE8-F9D7-FBE3-72F384A6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057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1120B-10C6-5E26-2C26-485CDE64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noProof="0" dirty="0"/>
              <a:t>Алгоритм корекції помилок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B0737744-238D-2E91-4C7F-4A3D700DB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0813" y="1414368"/>
            <a:ext cx="5094274" cy="4937125"/>
          </a:xfrm>
          <a:prstGeom prst="rect">
            <a:avLst/>
          </a:prstGeom>
        </p:spPr>
      </p:pic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25DB0B1-3FE1-D63E-8046-63C37507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AB794-BBDE-4728-9F30-6EBD77519D36}" type="datetime1">
              <a:rPr lang="uk-UA" noProof="0" smtClean="0"/>
              <a:t>30.04.2026</a:t>
            </a:fld>
            <a:endParaRPr lang="uk-UA" noProof="0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4311F28-98AC-4B5C-2E22-BF7666BB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noProof="0" smtClean="0"/>
              <a:t>9</a:t>
            </a:fld>
            <a:endParaRPr lang="uk-UA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23D56F-E685-6B1A-5302-D35C9803CDF2}"/>
              </a:ext>
            </a:extLst>
          </p:cNvPr>
          <p:cNvSpPr txBox="1"/>
          <p:nvPr/>
        </p:nvSpPr>
        <p:spPr>
          <a:xfrm>
            <a:off x="628650" y="1272989"/>
            <a:ext cx="32821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noProof="0" dirty="0"/>
              <a:t>Аналіз відстані </a:t>
            </a:r>
            <a:r>
              <a:rPr lang="uk-UA" b="1" noProof="0" dirty="0" err="1"/>
              <a:t>Левенштейна</a:t>
            </a:r>
            <a:r>
              <a:rPr lang="uk-UA" b="1" noProof="0" dirty="0"/>
              <a:t>: </a:t>
            </a:r>
            <a:r>
              <a:rPr lang="uk-UA" noProof="0" dirty="0"/>
              <a:t>більшість помилок у неправильних — це лише 1-2 символи.</a:t>
            </a:r>
          </a:p>
          <a:p>
            <a:r>
              <a:rPr lang="uk-UA" noProof="0" dirty="0"/>
              <a:t>Застосовано виправлення помилок евристичними правилами (напр., 0 ↔ O, 1 ↔ I).</a:t>
            </a:r>
          </a:p>
          <a:p>
            <a:r>
              <a:rPr lang="uk-UA" noProof="0" dirty="0"/>
              <a:t>Перестановка сегментів від </a:t>
            </a:r>
            <a:r>
              <a:rPr lang="en-US" noProof="0" dirty="0"/>
              <a:t>EasyOCR.</a:t>
            </a:r>
          </a:p>
          <a:p>
            <a:r>
              <a:rPr lang="en-US" dirty="0"/>
              <a:t>Pattern-matching </a:t>
            </a:r>
            <a:r>
              <a:rPr lang="uk-UA" dirty="0"/>
              <a:t>на основі регулярних виразів.</a:t>
            </a:r>
            <a:r>
              <a:rPr lang="uk-UA" noProof="0" dirty="0"/>
              <a:t> </a:t>
            </a:r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606C57E-73D3-8CC7-73C4-16BE1FE6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85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05F03-D09F-A1F7-03E4-1E210C61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 та перспективи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22E8E9C-7798-3F38-28E4-0C1907B2A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/>
              <a:t>Створено повноцінний конвеєр, що адаптований саме до української специфіки.</a:t>
            </a:r>
          </a:p>
          <a:p>
            <a:pPr marL="0" indent="0">
              <a:buNone/>
            </a:pPr>
            <a:r>
              <a:rPr lang="en-US" sz="2000" dirty="0"/>
              <a:t>YOLOv11n — </a:t>
            </a:r>
            <a:r>
              <a:rPr lang="uk-UA" sz="2000" dirty="0"/>
              <a:t>високоефективна архітектура для задач детекції.</a:t>
            </a:r>
          </a:p>
          <a:p>
            <a:pPr marL="0" indent="0">
              <a:buNone/>
            </a:pPr>
            <a:r>
              <a:rPr lang="uk-UA" sz="2000" dirty="0"/>
              <a:t>Доведено доцільність використання позиційних </a:t>
            </a:r>
            <a:r>
              <a:rPr lang="uk-UA" sz="2000" dirty="0" err="1"/>
              <a:t>евристик</a:t>
            </a:r>
            <a:r>
              <a:rPr lang="uk-UA" sz="2000" dirty="0"/>
              <a:t> для </a:t>
            </a:r>
            <a:r>
              <a:rPr lang="en-US" sz="2000" dirty="0"/>
              <a:t>OCR.</a:t>
            </a:r>
          </a:p>
          <a:p>
            <a:pPr marL="0" indent="0">
              <a:buNone/>
            </a:pPr>
            <a:r>
              <a:rPr lang="uk-UA" sz="2000" dirty="0"/>
              <a:t>Перспектива: навчання власної </a:t>
            </a:r>
            <a:r>
              <a:rPr lang="en-US" sz="2000" dirty="0"/>
              <a:t>OCR-</a:t>
            </a:r>
            <a:r>
              <a:rPr lang="uk-UA" sz="2000" dirty="0"/>
              <a:t>моделі на українських шрифтах та впровадження 3</a:t>
            </a:r>
            <a:r>
              <a:rPr lang="en-US" sz="2000" dirty="0"/>
              <a:t>D-</a:t>
            </a:r>
            <a:r>
              <a:rPr lang="uk-UA" sz="2000" dirty="0"/>
              <a:t>ректифікації.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473494-7464-0342-EC1C-3F4808F0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9C37-D4AD-40C4-AECD-8F70BC0B5D54}" type="datetime1">
              <a:rPr lang="uk-UA" smtClean="0"/>
              <a:t>30.04.2026</a:t>
            </a:fld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5AC3497-F9BE-9AF4-ACE4-00782488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2D73-7E6D-4413-B227-3D6FB9864980}" type="slidenum">
              <a:rPr lang="uk-UA" smtClean="0"/>
              <a:t>10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4E93D10-9030-317A-7A2F-24465111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К-2026-03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2831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6B216-9711-F7CD-D526-4796BBCF8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Дякую за увагу!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5DD96D7-4E68-1557-6353-9367179BD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Чи є запитання щодо роботи?</a:t>
            </a:r>
          </a:p>
        </p:txBody>
      </p:sp>
    </p:spTree>
    <p:extLst>
      <p:ext uri="{BB962C8B-B14F-4D97-AF65-F5344CB8AC3E}">
        <p14:creationId xmlns:p14="http://schemas.microsoft.com/office/powerpoint/2010/main" val="31774631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Настроювані 3">
      <a:majorFont>
        <a:latin typeface="STIX Two Text"/>
        <a:ea typeface=""/>
        <a:cs typeface=""/>
      </a:majorFont>
      <a:minorFont>
        <a:latin typeface="Iosevka Etoi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</TotalTime>
  <Words>818</Words>
  <Application>Microsoft Office PowerPoint</Application>
  <PresentationFormat>Екран (4:3)</PresentationFormat>
  <Paragraphs>101</Paragraphs>
  <Slides>11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9" baseType="lpstr">
      <vt:lpstr>Aptos</vt:lpstr>
      <vt:lpstr>Arial</vt:lpstr>
      <vt:lpstr>Cambria Math</vt:lpstr>
      <vt:lpstr>Iosevka Aile</vt:lpstr>
      <vt:lpstr>Iosevka Etoile</vt:lpstr>
      <vt:lpstr>Iosevka Etoile Light</vt:lpstr>
      <vt:lpstr>STIX Two Text</vt:lpstr>
      <vt:lpstr>Тема Office</vt:lpstr>
      <vt:lpstr>Розпізнавання номерних знаків та ідентифікація типів транспортних засобів з використанням Deep Learning</vt:lpstr>
      <vt:lpstr>Актуальність та виклики</vt:lpstr>
      <vt:lpstr>Мета та науковий апарат дослідження</vt:lpstr>
      <vt:lpstr>Апробаційні дослідження</vt:lpstr>
      <vt:lpstr>Методологія</vt:lpstr>
      <vt:lpstr>Набір даних</vt:lpstr>
      <vt:lpstr>Результати детекції</vt:lpstr>
      <vt:lpstr>Оцінка результатів розпізнавання</vt:lpstr>
      <vt:lpstr>Алгоритм корекції помилок</vt:lpstr>
      <vt:lpstr>Висновки та перспективи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Санжаров Данііл Русланович</dc:creator>
  <cp:lastModifiedBy>Санжаров Данііл Русланович</cp:lastModifiedBy>
  <cp:revision>8</cp:revision>
  <dcterms:created xsi:type="dcterms:W3CDTF">2026-02-19T10:52:05Z</dcterms:created>
  <dcterms:modified xsi:type="dcterms:W3CDTF">2026-04-30T09:59:44Z</dcterms:modified>
</cp:coreProperties>
</file>